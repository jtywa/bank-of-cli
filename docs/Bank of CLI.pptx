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500c184105fda6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h500c184105fda6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500c184105fda62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500c184105fda62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500c184105fda62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500c184105fda62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500c184105fda62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500c184105fda62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73ecd84cc9a1de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h73ecd84cc9a1de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4bcbae5289c52ef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h4bcbae5289c52ef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4bcbae5289c52ef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4bcbae5289c52ef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4bcbae5289c52ef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4bcbae5289c52ef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4bcbae5289c52ef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4bcbae5289c52ef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Bank of CLI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Justin</a:t>
            </a:r>
            <a:r>
              <a:rPr lang="en"/>
              <a:t> Tywater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0738" y="1533525"/>
            <a:ext cx="4962525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Stack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Java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Maven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PostgreSQL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JDBC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JUnit5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Git/GitHub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4189750" y="983625"/>
            <a:ext cx="35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6234" y="1140275"/>
            <a:ext cx="3362832" cy="3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 title="bankofcli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100" y="1140275"/>
            <a:ext cx="3485775" cy="3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and Logging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311700" y="1229875"/>
            <a:ext cx="4486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JUnit/Mockito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Positive and Negative test cases for each layer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SLF4J/Logback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Logging of all user events, system errors and warnings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500" y="3383150"/>
            <a:ext cx="8685000" cy="107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8350" y="662748"/>
            <a:ext cx="4116150" cy="230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 and Error Handling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311700" y="1229875"/>
            <a:ext cx="39948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Layered input validation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Custom Exceptions to handle system errors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Helpful user messages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6573" y="1229875"/>
            <a:ext cx="4396425" cy="25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Applied OOP Concepts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Inheritance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Custom Exceptions inherit from Exception; Concrete classes implement interfaces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Encapsulation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Classes store data and related internal methods and expose a public interface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Abstraction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Layers communicate through interfaces, hiding and decoupling concrete implementation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Polymorphism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Concrete classes in each layer override their respective interface methods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Applied SOLID Principles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945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Single Responsibility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Classes have a specific job and are not concerned with the implementation details of others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Open/Closed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Classes are open to extension but closed to modification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Liskov Substitution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Classes implement interfaces and are exchangeable; helpful for </a:t>
            </a:r>
            <a:r>
              <a:rPr lang="en"/>
              <a:t>mock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Interface Segregation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Layered interfaces provide only methods needed for that layer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Dependency Inversion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Dependencies are passed to constructors rather than instantiated in the containing object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21238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00"/>
              <a:t>Q/A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